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0:42.669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0 215 24575,'10'0'0,"0"2"0,-1 0 0,1 0 0,-1 0 0,17 8 0,18 5 0,-4-8 0,76 5 0,-26-5 0,529 54 0,3-39 0,-594-22 0,-1-2 0,1 0 0,-1-2 0,0-1 0,0-2 0,0 0 0,46-20 0,-36 10 0,53-33 0,-80 45 0,1 0 0,-1 1 0,1 1 0,0-1 0,0 2 0,0 0 0,1 0 0,-1 1 0,20 0 0,37-6 0,137-21 0,39-8 0,-239 34 0,0 1 0,0 0 0,0 0 0,0 0 0,0 1 0,0 0 0,0 0 0,0 0 0,0 0 0,0 1 0,0 0 0,0 0 0,0 0 0,0 1 0,0-1 0,0 1 0,-1 0 0,1 1 0,-1-1 0,5 4 0,-9-6 0,0 0 0,0 0 0,1 0 0,-1 1 0,0-1 0,0 0 0,0 0 0,0 0 0,1 0 0,-1 1 0,0-1 0,0 0 0,0 0 0,0 0 0,0 1 0,0-1 0,0 0 0,0 0 0,1 1 0,-1-1 0,0 0 0,0 0 0,0 0 0,0 1 0,0-1 0,0 0 0,0 0 0,0 1 0,-1-1 0,1 0 0,0 0 0,0 1 0,0-1 0,0 0 0,0 0 0,0 0 0,0 1 0,0-1 0,-1 0 0,1 0 0,-12 5 0,-14-1 0,2-5 0,0-1 0,0-1 0,0 0 0,-42-14 0,-4 0 0,-19-7 0,66 17 0,0 0 0,0 2 0,-43-5 0,42 7 0,0-1 0,-1-2 0,1 0 0,-30-12 0,-40-11 0,65 22-1365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0:45.881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1 1 24575,'0'1'0,"1"0"0,-1 0 0,0 0 0,1 0 0,-1-1 0,1 1 0,-1 0 0,1 0 0,-1 0 0,1 0 0,0 0 0,-1-1 0,1 1 0,0 0 0,0-1 0,0 1 0,0 0 0,-1-1 0,1 1 0,0-1 0,0 0 0,0 1 0,0-1 0,0 0 0,0 1 0,0-1 0,0 0 0,1 0 0,37 5 0,-28-4 0,110 20 0,-73-11 0,1-2 0,57 1 0,-54-10 0,-32 0 0,0 1 0,0 0 0,1 2 0,-1 0 0,32 8 0,135 38-1365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0:50.886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0 15 24575,'4'0'0,"5"0"0,6 0 0,12 0 0,9 0 0,6 0 0,9 0 0,3 0 0,5 0 0,8 0 0,0 0 0,-2 0 0,-1 0 0,-3 0 0,-5-4 0,-2-2 0,-8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0:55.570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0 36 24575,'850'0'0,"-828"1"0,1 1 0,22 5 0,-30-4 0,0-1 0,-1 0 0,1 0 0,0-2 0,0 0 0,0-1 0,21-3 0,-13-1 72,-3 1-311,-1 0-1,0-1 1,0-1-1,-1-1 1,24-12-1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0:59.908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0 73 24575,'32'-2'0,"0"-1"0,0-2 0,42-12 0,1 0 0,2 5 166,111-4-1,76 16-1137,-203 0 248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1:06.464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1157 144 24575,'-10'-1'0,"1"-1"0,0 1 0,-1-2 0,1 1 0,0-1 0,-15-7 0,12 5 0,0 0 0,-24-5 0,-16 6 0,44 4 0,-1 0 0,1 0 0,0-1 0,-1 0 0,1-1 0,0 0 0,0 0 0,0 0 0,-15-8 0,14 5 0,-1 1 0,1 0 0,-1 1 0,0 0 0,0 0 0,0 1 0,0 0 0,-20 0 0,18 1 0,1 0 0,-1 0 0,1-2 0,0 1 0,0-1 0,-20-9 0,20 7 0,-1 1 0,1 0 0,-1 0 0,1 1 0,-1 1 0,0 0 0,-14-1 0,-88 4 0,53 0 0,41 1 0,0 0 0,-31 7 0,-5 1 0,18-2 75,-1 1 0,-37 15 1,-3 0-1667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1:12.874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1047 310 24575,'8'-3'0,"0"0"0,0 1 0,0 0 0,10-1 0,31-9 0,-47 12 0,0-1 0,0 0 0,0 0 0,0 0 0,0 0 0,0-1 0,0 1 0,0 0 0,0-1 0,-1 1 0,1-1 0,-1 0 0,1 0 0,-1 1 0,0-1 0,1 0 0,0-2 0,-2 2 0,1-1 0,-1 1 0,0 0 0,0 0 0,0 0 0,0 0 0,0 0 0,0 0 0,0 0 0,-1 0 0,1 0 0,-1 0 0,0 0 0,0 0 0,1 0 0,-1 0 0,0 0 0,-1 0 0,1 0 0,0 1 0,0-1 0,-1 1 0,1-1 0,-3-2 0,-4-3 0,0 0 0,0 1 0,-15-9 0,1 2 0,0 2 0,-1 0 0,-46-14 0,-77-11 0,90 25 0,-85-31 0,125 37 0,1 0 0,-1 1 0,0 1 0,0 1 0,0 0 0,0 1 0,0 0 0,0 2 0,0 0 0,0 1 0,0 0 0,0 1 0,1 1 0,-1 0 0,-16 8 0,22-7 0,1 1 0,0-1 0,1 1 0,0 1 0,0-1 0,-10 11 0,10-8 0,0-2 0,-1 1 0,0-1 0,-20 12 0,-24 4 0,-2-2 0,-65 16 0,120-37 0,-1 0 0,1 0 0,0 0 0,0 0 0,0 0 0,0 0 0,0 0 0,0 0 0,0 0 0,0 0 0,-1 0 0,1 0 0,0 0 0,0 0 0,0 0 0,0 0 0,0 0 0,0 0 0,0 0 0,0 0 0,-1 1 0,1-1 0,0 0 0,0 0 0,0 0 0,0 0 0,0 0 0,0 0 0,0 0 0,0 0 0,0 0 0,0 0 0,0 0 0,0 1 0,0-1 0,0 0 0,0 0 0,0 0 0,0 0 0,-1 0 0,1 0 0,0 0 0,0 0 0,0 0 0,0 1 0,0-1 0,0 0 0,0 0 0,1 0 0,-1 0 0,0 0 0,0 0 0,0 0 0,0 0 0,0 1 0,0-1 0,0 0 0,0 0 0,0 0 0,0 0 0,0 0 0,0 0 0,0 0 0,0 0 0,0 0 0,1 0 0,10 6 0,22 3 0,-28-8 0,56 16 0,-32-7 0,2-2 0,-1-1 0,1-1 0,56 2 0,-31-9 0,-36-1 0,1 1 0,-1 1 0,1 1 0,-1 0 0,0 2 0,0 0 0,0 2 0,25 8 0,-23-4-1365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1:18.188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1195 50 24575,'0'-1'0,"-1"0"0,1 0 0,0 0 0,-1 0 0,1 0 0,-1 0 0,1 0 0,-1 0 0,0 1 0,1-1 0,-1 0 0,0 0 0,0 1 0,1-1 0,-1 0 0,0 1 0,0-1 0,0 1 0,0-1 0,0 1 0,0 0 0,0-1 0,0 1 0,0 0 0,-1 0 0,-34-8 0,23 5 0,-52-7 0,-2 3 0,1 2 0,-91 6 0,66 0 0,-588 0-1365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1:23.398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894 0 23892,'-894'0'0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1:30.367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1117 58 24575,'-18'1'0,"0"1"0,-31 7 0,30-5 0,0-1 0,-23 2 0,13-3 0,1 2 0,0 1 0,0 2 0,-33 11 0,27-8 0,-68 13 0,46-19 0,-91-5 0,52-1 0,85 2 0,0-1 0,-1-1 0,1 1 0,0-2 0,0 1 0,1-1 0,-1-1 0,0 0 0,1 0 0,0-1 0,0 0 0,1-1 0,-9-6 0,3 4 0,-1 0 0,1 2 0,-21-8 0,-16-6 0,34 11-455,-1-1 0,-19-14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1:36.105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1 1 24575,'0'4'0,"0"5"0,0 5 0,0 5 0,0 2 0,4 6 0,5 3 0,1-1 0,-1 0 0,-2-10 0,-2-11 0,-2-12 0,-2-9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9:30:25.213"/>
    </inkml:context>
    <inkml:brush xml:id="br0">
      <inkml:brushProperty name="width" value="0.35" units="cm"/>
      <inkml:brushProperty name="height" value="0.35" units="cm"/>
      <inkml:brushProperty name="color" value="#FCFBF8"/>
    </inkml:brush>
  </inkml:definitions>
  <inkml:trace contextRef="#ctx0" brushRef="#br0">1427 166 24575,'-56'0'0,"-98"-14"0,94 7 0,32 4 0,-51-11 0,15-4 0,-261-65 0,286 75 0,14 2 0,0 1 0,-42-2 0,-241 8 0,283 1 0,-43 7 0,58-7 0,0 1 0,0 0 0,1 0 0,-1 1 0,1 0 0,0 0 0,-10 7 0,18-10 0,0 0 0,0-1 0,0 1 0,0 0 0,0 0 0,0-1 0,0 1 0,0 0 0,0 0 0,0 0 0,1 0 0,-1 0 0,0 0 0,0 0 0,1 1 0,-1-1 0,1 0 0,-1 0 0,1 0 0,0 1 0,-1-1 0,1 0 0,0 1 0,0 1 0,0-2 0,1 1 0,0-1 0,0 1 0,-1-1 0,1 1 0,0-1 0,0 0 0,0 0 0,0 1 0,0-1 0,1 0 0,-1 0 0,0 0 0,0 0 0,1 0 0,1 1 0,9 3 0,-1 0 0,1 0 0,21 4 0,-32-8 0,99 20 0,33 10 0,-91-18 0,66 13 0,-94-24 0,-1 1 0,0 1 0,0 0 0,0 1 0,-1 0 0,0 1 0,0 0 0,16 11 0,-23-14 44,0 0 0,1-1 0,-1 1 0,1-2 0,10 4 0,9 2-1673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BECA-B228-D603-99DF-F697A2FA4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69785-ECEF-E0EE-EF19-F06746597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AE701-40BC-752D-2EE8-D6053BE6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FE3E-A35D-85C1-F563-144E2515E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5963E-B1E2-412C-A5BE-3950F491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668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4024-549E-8677-5208-600640896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B0860-A7CC-60DC-1795-E7B6AF546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60A77-39BF-9A48-5A5B-7B05BBE7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57E5B-4207-925E-218A-7A7C965FF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F0AE6-52EB-9AFB-BC29-05F3AE1B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03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E900-C32A-33D1-483F-9EEBDB5A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4BCB5-D69D-BE0E-9FF8-F1DADACAC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FF8D3-223C-0886-611D-CAC7D76F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39C23-B655-5865-4EE5-9B1854DB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DEFB-9A5C-D2D1-1833-560BF6B0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88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742A9-B685-E801-DA17-23BF028DA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0714F-5668-400F-7681-FFD56AB95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27678-4268-3A6C-CCA3-43D04376B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CCBBF-2A31-D8F8-57F9-2EFF3071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873E4-6BAA-DBDA-BFC4-A9D77B87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3CE96-E319-B6A9-85FD-252984C8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04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0B30-43B1-A39F-4DCE-10067A76F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FBE92-7965-D16C-D7C8-2C06D16E0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24A99-7AD8-F1E1-067F-5A9E53899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58D3C-002A-9AFF-B622-ACC0AECBA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33E4F-AABA-D2E0-E8E6-67EF51659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C651CC-E2AA-9EC1-D488-119B1C207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558A15-FC0F-D640-3D08-E6166107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828FFE-A36D-2536-921C-214801F71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079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5D6A-9B17-545C-5336-8D75BD7B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3DE0A-0183-E4F1-9F96-7FD0546B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AF372-E758-BADB-9909-51D62187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1B1E3-8F4C-CA23-7619-92D3E95F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94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945254-559B-F168-1970-38E586176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B3A27-03BB-9D56-358B-1F1930942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24F39-0DA8-63FF-2787-97A05689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588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0809-2926-407F-F497-E50302AB8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E832B-B9F7-A764-7C37-CF111B757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77399-812C-117A-5653-D749E2144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27970-C578-1872-D6A7-1F6A7440D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9DB85-B71C-E825-16D1-CEC121A0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A6B60-9A57-8125-1AEB-FB3EF8FE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728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85049-81BD-5440-5473-0708C194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B5EBB3-3CA7-A700-5541-D33B97E5FE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E6048-F87D-52CB-B2FA-88B4BBF14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726C3-82FE-601C-60A1-6B29CA4F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E8B1A-3952-FFCC-2D98-C6D9085D3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5EDE-217B-4015-CF53-B7304B44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036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B55C0-DE21-8E6C-3FE7-6BCA3A91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A0195-6C7C-0CFD-C80F-6677B157C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A43FE-F5DA-F162-84A5-59A2EB7F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A96AD-ED3E-E8AB-9DCC-3993A192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AD604-AB3E-4421-4DB1-B8374851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97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E2F95-ECC2-6DCA-435F-054B06CF0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7A8EA-C3F8-2CD8-79D9-42CECF2B0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F6336-C633-59E9-E21F-C29E3B56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99907-9B3A-DF2C-8C37-0667E831A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72C13-E58E-B238-E23F-45E8BF95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6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6544B-D9D1-978A-DF8E-A8C6CBBE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C2B90-2F73-D52D-05C9-5EA5F4D0F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C05C-9DAC-4A5E-0057-0E2A684D4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2CEEB-96B9-4514-A576-F11ED35A02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E246-ACD0-7B61-2663-1545D2605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3D001-A377-E51D-CF17-6AD23628B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EAC27-3364-4737-950A-87B3FF5F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882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C4C8-B0D3-E522-58C9-4F73FDDA8A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17ACD-2726-1AC7-56A0-CB1474A28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25582-B568-A3EB-C2F9-DD7FD7ED5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D7A2042-E821-E21D-F535-FE2D75FDD15E}"/>
                  </a:ext>
                </a:extLst>
              </p14:cNvPr>
              <p14:cNvContentPartPr/>
              <p14:nvPr/>
            </p14:nvContentPartPr>
            <p14:xfrm>
              <a:off x="10684787" y="6374240"/>
              <a:ext cx="990720" cy="128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D7A2042-E821-E21D-F535-FE2D75FDD1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1787" y="6311240"/>
                <a:ext cx="1116360" cy="25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219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B0A9-9E42-AD9C-5901-C0B67409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BBF65D-BABC-0A81-9AEE-E5071B631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0"/>
            <a:ext cx="12268200" cy="68580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7B6197B-E241-18BE-9F1F-F873BC7F3F01}"/>
                  </a:ext>
                </a:extLst>
              </p14:cNvPr>
              <p14:cNvContentPartPr/>
              <p14:nvPr/>
            </p14:nvContentPartPr>
            <p14:xfrm>
              <a:off x="11370587" y="6502040"/>
              <a:ext cx="284040" cy="47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7B6197B-E241-18BE-9F1F-F873BC7F3F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07947" y="6439400"/>
                <a:ext cx="409680" cy="17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0603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D9795-43E9-076F-DA66-977D4CBE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51D1D5-1FF7-14AB-836B-6BBC21793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3" y="0"/>
            <a:ext cx="12017494" cy="6775432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A45335-5E83-ED5C-F0CD-520FC78A3351}"/>
                  </a:ext>
                </a:extLst>
              </p14:cNvPr>
              <p14:cNvContentPartPr/>
              <p14:nvPr/>
            </p14:nvContentPartPr>
            <p14:xfrm>
              <a:off x="11302907" y="6471800"/>
              <a:ext cx="280080" cy="5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A45335-5E83-ED5C-F0CD-520FC78A33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39907" y="6408800"/>
                <a:ext cx="405720" cy="13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191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9AA1-355A-40F8-D53F-ACF70941D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3C4644-08E1-E54B-3EC8-B1C177514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667" y="0"/>
            <a:ext cx="12276667" cy="68580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8D3FE1-2989-B0F4-7CF1-9C9F9BC2AF42}"/>
                  </a:ext>
                </a:extLst>
              </p14:cNvPr>
              <p14:cNvContentPartPr/>
              <p14:nvPr/>
            </p14:nvContentPartPr>
            <p14:xfrm>
              <a:off x="11311187" y="6557480"/>
              <a:ext cx="446400" cy="20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8D3FE1-2989-B0F4-7CF1-9C9F9BC2AF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48187" y="6494480"/>
                <a:ext cx="572040" cy="14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06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DFEF-DAFB-992C-78A6-3D9AF129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189FE8-A9C4-2845-3D58-855E0EB09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E894882-AAB7-7A48-0898-FD75A3A8CAC8}"/>
                  </a:ext>
                </a:extLst>
              </p14:cNvPr>
              <p14:cNvContentPartPr/>
              <p14:nvPr/>
            </p14:nvContentPartPr>
            <p14:xfrm>
              <a:off x="11379227" y="6535520"/>
              <a:ext cx="300960" cy="26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E894882-AAB7-7A48-0898-FD75A3A8CA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16227" y="6472880"/>
                <a:ext cx="42660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274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21FCF-93C8-3546-26C7-EEBBB91B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BAB735-6CB3-B188-492B-B208CBAD0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0375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9B95DDD-196E-4E08-6D73-69411F7F76CE}"/>
                  </a:ext>
                </a:extLst>
              </p14:cNvPr>
              <p14:cNvContentPartPr/>
              <p14:nvPr/>
            </p14:nvContentPartPr>
            <p14:xfrm>
              <a:off x="11267627" y="6450560"/>
              <a:ext cx="416880" cy="52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9B95DDD-196E-4E08-6D73-69411F7F76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04627" y="6387560"/>
                <a:ext cx="542520" cy="1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9031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6DA3-3F41-17AF-90F0-5F693263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835182-10B8-11D2-9C9A-1779A4665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98733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301E51C-2C2C-5406-97DF-AF97167D4608}"/>
                  </a:ext>
                </a:extLst>
              </p14:cNvPr>
              <p14:cNvContentPartPr/>
              <p14:nvPr/>
            </p14:nvContentPartPr>
            <p14:xfrm>
              <a:off x="11366267" y="6390800"/>
              <a:ext cx="424800" cy="115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301E51C-2C2C-5406-97DF-AF97167D46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03267" y="6327800"/>
                <a:ext cx="550440" cy="24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2300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6AB8-9862-9989-C1E3-E64B3B26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98869A-EBF9-2DCA-B604-E045DC907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9268"/>
            <a:ext cx="12065000" cy="676486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F764F7-BA59-285B-39D9-24ED448B4719}"/>
                  </a:ext>
                </a:extLst>
              </p14:cNvPr>
              <p14:cNvContentPartPr/>
              <p14:nvPr/>
            </p14:nvContentPartPr>
            <p14:xfrm>
              <a:off x="11185907" y="6383040"/>
              <a:ext cx="430200" cy="18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F764F7-BA59-285B-39D9-24ED448B47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23267" y="6320040"/>
                <a:ext cx="555840" cy="14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8033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5E35-7CF1-7264-4BB1-A2FC0C1B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CA8633-D75F-C7B1-426A-696E0E071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9EDD0DB-75AC-0BDF-59A9-7C903F924031}"/>
                  </a:ext>
                </a:extLst>
              </p14:cNvPr>
              <p14:cNvContentPartPr/>
              <p14:nvPr/>
            </p14:nvContentPartPr>
            <p14:xfrm>
              <a:off x="11421347" y="6544520"/>
              <a:ext cx="32220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9EDD0DB-75AC-0BDF-59A9-7C903F9240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58347" y="6481520"/>
                <a:ext cx="44784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654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3D8B-CE1E-CC5B-2CB2-F3C469516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779DCA-F094-48F4-9C84-26C573D75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CAAC2E-3D38-9E16-B41A-65E488BF1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565" y="3429001"/>
            <a:ext cx="5018035" cy="31246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93B5800-7CE4-70D6-38CA-39F69D6BBA69}"/>
                  </a:ext>
                </a:extLst>
              </p14:cNvPr>
              <p14:cNvContentPartPr/>
              <p14:nvPr/>
            </p14:nvContentPartPr>
            <p14:xfrm>
              <a:off x="11324507" y="6507080"/>
              <a:ext cx="402120" cy="55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93B5800-7CE4-70D6-38CA-39F69D6BBA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61867" y="6444440"/>
                <a:ext cx="527760" cy="18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113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8467-413D-CA6D-7B1D-DE6C8280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C10E90-7671-35ED-B522-A596B3BE5C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D094CF6-C72E-75AB-DBA0-72E0B5760B18}"/>
                  </a:ext>
                </a:extLst>
              </p14:cNvPr>
              <p14:cNvContentPartPr/>
              <p14:nvPr/>
            </p14:nvContentPartPr>
            <p14:xfrm>
              <a:off x="11675507" y="6527600"/>
              <a:ext cx="17640" cy="75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D094CF6-C72E-75AB-DBA0-72E0B5760B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12867" y="6464960"/>
                <a:ext cx="143280" cy="20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5154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A9F5-D82F-725D-E91F-2BAD951B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EDFFC4-A09E-5846-E8EE-6141FF3EE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EBD64C-73AE-2D18-CDA6-A00CDF4B8D78}"/>
                  </a:ext>
                </a:extLst>
              </p14:cNvPr>
              <p14:cNvContentPartPr/>
              <p14:nvPr/>
            </p14:nvContentPartPr>
            <p14:xfrm>
              <a:off x="11178707" y="6476480"/>
              <a:ext cx="513720" cy="104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EBD64C-73AE-2D18-CDA6-A00CDF4B8D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16067" y="6413840"/>
                <a:ext cx="639360" cy="22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4193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Divyesh Sahay</dc:creator>
  <cp:lastModifiedBy>Divyesh Sahay</cp:lastModifiedBy>
  <cp:revision>1</cp:revision>
  <dcterms:created xsi:type="dcterms:W3CDTF">2026-02-02T19:31:52Z</dcterms:created>
  <dcterms:modified xsi:type="dcterms:W3CDTF">2026-02-02T19:32:12Z</dcterms:modified>
</cp:coreProperties>
</file>